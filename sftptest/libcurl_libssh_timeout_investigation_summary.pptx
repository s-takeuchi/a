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libcurl/libssh SFTP タイムアウト調査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再現試験および原因分析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業務システムで月1回程度、curl_easy_perform() が戻らないように見える事象を確認</a:t>
            </a:r>
          </a:p>
          <a:p>
            <a:pPr>
              <a:defRPr sz="2200"/>
            </a:pPr>
            <a:r>
              <a:t>CURLOPT_TIMEOUT を設定済みであるにもかかわらず停止が継続</a:t>
            </a:r>
          </a:p>
          <a:p>
            <a:pPr>
              <a:defRPr sz="2200"/>
            </a:pPr>
            <a:r>
              <a:t>原因を切り分けるため、制御可能なSFTPサーバを自作して検証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検証環境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libcurl 7.76.1</a:t>
            </a:r>
          </a:p>
          <a:p>
            <a:pPr>
              <a:defRPr sz="2200"/>
            </a:pPr>
            <a:r>
              <a:t>libssh 0.10.4</a:t>
            </a:r>
          </a:p>
          <a:p>
            <a:pPr>
              <a:defRPr sz="2200"/>
            </a:pPr>
            <a:r>
              <a:t>CURLOPT_TIMEOUT = 10秒</a:t>
            </a:r>
          </a:p>
          <a:p>
            <a:pPr>
              <a:defRPr sz="2200"/>
            </a:pPr>
            <a:r>
              <a:t>CURLOPT_SERVER_RESPONSE_TIMEOUT = 5秒</a:t>
            </a:r>
          </a:p>
          <a:p>
            <a:pPr>
              <a:defRPr sz="2200"/>
            </a:pPr>
            <a:r>
              <a:t>サーバはOPEN/WRITE/CLOSE応答前に任意秒数sleep可能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再現試験と結果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サーバ: WRITE応答前に20秒sleep</a:t>
            </a:r>
          </a:p>
          <a:p>
            <a:pPr>
              <a:defRPr sz="2200"/>
            </a:pPr>
            <a:r>
              <a:t>クライアント: CURLOPT_TIMEOUT=10秒</a:t>
            </a:r>
          </a:p>
          <a:p>
            <a:pPr>
              <a:defRPr sz="2200"/>
            </a:pPr>
            <a:r>
              <a:t>期待: 約10秒でタイムアウト</a:t>
            </a:r>
          </a:p>
          <a:p>
            <a:pPr>
              <a:defRPr sz="2200"/>
            </a:pPr>
            <a:r>
              <a:t>実測: 約20秒後に『Timeout was reached』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原因分析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curl_easy_perform()</a:t>
            </a:r>
          </a:p>
          <a:p>
            <a:pPr>
              <a:defRPr sz="2400"/>
            </a:pPr>
            <a:r>
              <a:t>   ↓</a:t>
            </a:r>
          </a:p>
          <a:p>
            <a:pPr>
              <a:defRPr sz="2400"/>
            </a:pPr>
            <a:r>
              <a:t>libcurl SFTP状態機械</a:t>
            </a:r>
          </a:p>
          <a:p>
            <a:pPr>
              <a:defRPr sz="2400"/>
            </a:pPr>
            <a:r>
              <a:t>   ↓</a:t>
            </a:r>
          </a:p>
          <a:p>
            <a:pPr>
              <a:defRPr sz="2400"/>
            </a:pPr>
            <a:r>
              <a:t>libssh ブロッキングSFTP処理</a:t>
            </a:r>
          </a:p>
          <a:p>
            <a:pPr>
              <a:defRPr sz="2400"/>
            </a:pPr>
            <a:r>
              <a:t>   ↓</a:t>
            </a:r>
          </a:p>
          <a:p>
            <a:pPr>
              <a:defRPr sz="2400"/>
            </a:pPr>
            <a:r>
              <a:t>サーバ応答待ち（20秒）</a:t>
            </a:r>
          </a:p>
          <a:p>
            <a:pPr>
              <a:defRPr sz="2400"/>
            </a:pPr>
            <a:r>
              <a:t>   ↓</a:t>
            </a:r>
          </a:p>
          <a:p>
            <a:pPr>
              <a:defRPr sz="2400"/>
            </a:pPr>
            <a:r>
              <a:t>libcurlへ制御が戻る</a:t>
            </a:r>
          </a:p>
          <a:p>
            <a:pPr>
              <a:defRPr sz="2400"/>
            </a:pPr>
            <a:r>
              <a:t>   ↓</a:t>
            </a:r>
          </a:p>
          <a:p>
            <a:pPr>
              <a:defRPr sz="2400"/>
            </a:pPr>
            <a:r>
              <a:t>タイムアウト超過を判定</a:t>
            </a:r>
          </a:p>
          <a:p>
            <a:pPr>
              <a:defRPr sz="2400"/>
            </a:pPr>
            <a:r>
              <a:t>   ↓</a:t>
            </a:r>
          </a:p>
          <a:p>
            <a:pPr>
              <a:defRPr sz="2400"/>
            </a:pPr>
            <a:r>
              <a:t>CURLE_OPERATION_TIMEDOUT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結論・今後の対応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CURLOPT_TIMEOUT自体は設定されているが、ブロッキング処理中は評価できない可能性</a:t>
            </a:r>
          </a:p>
          <a:p>
            <a:pPr>
              <a:defRPr sz="2200"/>
            </a:pPr>
            <a:r>
              <a:t>CONNECTTIMEOUTでは説明できない現象</a:t>
            </a:r>
          </a:p>
          <a:p>
            <a:pPr>
              <a:defRPr sz="2200"/>
            </a:pPr>
            <a:r>
              <a:t>curl 8.1以降ではlibssh SFTPのNon-blocking化が実施</a:t>
            </a:r>
          </a:p>
          <a:p>
            <a:pPr>
              <a:defRPr sz="2200"/>
            </a:pPr>
            <a:r>
              <a:t>新しいlibcurlとの比較評価を推奨</a:t>
            </a:r>
          </a:p>
          <a:p>
            <a:pPr>
              <a:defRPr sz="2200"/>
            </a:pPr>
            <a:r>
              <a:t>更新困難な場合は外部監視(子プロセス化等)も検討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